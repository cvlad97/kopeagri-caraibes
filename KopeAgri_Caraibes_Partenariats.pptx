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🌴 KopéAgri Caraïbes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CAF50"/>
                </a:solidFill>
                <a:latin typeface="Calibri"/>
              </a:defRPr>
            </a:pPr>
            <a:r>
              <a:t>La plateforme coopérative agricole digitale</a:t>
            </a:r>
            <a:br/>
            <a:r>
              <a:t>de Martinique et des Caraïbes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A000"/>
                </a:solidFill>
                <a:latin typeface="Calibri"/>
              </a:defRPr>
            </a:pPr>
            <a:r>
              <a:t>Développons ensemble le réseau agricole caraïbéen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t>contact@delikreol.mq  •  cvlad97.github.io/kopeagri-caraibes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Le constat en Martinique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Producteurs isolés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Difficulté à écouler la production, manque de visibilité et d'accès aux marchés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Transport deficient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Pas de coordination logistique entre les zones rurales et les points de vente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Fracture numérique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Outils digitaux inadaptés pour une population agricole non-tech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Pas de mise en 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6071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Aucun système centralisé pour connecter producteurs, transporteurs et acheteurs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KopéAgri : 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👨‍🌾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Fiches Producteurs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Répertoire digital avec photos, cultures, certifications et contact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Mise en relation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Matching géographique automatique entre producteurs et transporteurs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37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Appels d'Offre Rapides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37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Création RFQ en 60s, matching partenaires, suivi et confirmation via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WhatsApp Natif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Communication intégrée — chaque action génère un message WhatsApp pré-rempli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40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Dashboard par Rôle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406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Interface adaptée : producteur, transporteur, acheteur, coopérative, institution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Comment ça marche 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4114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 étapes simples</a:t>
            </a:r>
            <a:br/>
            <a:r>
              <a:t>Photo + Nom +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41148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Appel d'Offre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Décrivez votre besoin</a:t>
            </a:r>
            <a:br/>
            <a:r>
              <a:t>Produit, quantité,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11680" cy="41148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Matching 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partenaires trouvés</a:t>
            </a:r>
            <a:br/>
            <a:r>
              <a:t>par proximité géographique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Contact direct</a:t>
            </a:r>
            <a:br/>
            <a:r>
              <a:t>Message pré-rempli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645920"/>
            <a:ext cx="2011680" cy="41148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Suivi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Pipeline en temps réel</a:t>
            </a:r>
            <a:br/>
            <a:r>
              <a:t>Confirmé → En cours → Livré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Martinique agricole en chiffres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320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A000"/>
                </a:solidFill>
                <a:latin typeface="Calibri"/>
              </a:defRPr>
            </a:pPr>
            <a:r>
              <a:t>7 000+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Exploitations</a:t>
            </a:r>
            <a:br/>
            <a:r>
              <a:t>agricoles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320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A000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Communes</a:t>
            </a:r>
            <a:br/>
            <a:r>
              <a:t>couvertes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286000" cy="320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A000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Cultures</a:t>
            </a:r>
            <a:br/>
            <a:r>
              <a:t>locales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828800"/>
            <a:ext cx="2286000" cy="320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A00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Conçu pour</a:t>
            </a:r>
            <a:br/>
            <a:r>
              <a:t>les Caraïbes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t>Banane, canne, ananas, mangue, igname, dasheen, piment, cacao, café, vanille...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Le système d'Appel d'Offre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📝 Brouillon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417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2011680" cy="7315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📤 Envoyée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17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01168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✅ Confirmée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17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2011680" cy="7315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🔄 En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417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371600"/>
            <a:ext cx="2011680" cy="7315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📦 Livrée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30352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🚛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Producteur → Transporteur</a:t>
            </a:r>
            <a:br/>
            <a:r>
              <a:t>Frigorifique, volume, trajet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530352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🥭 Achat / Vente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832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Producteur ↔ Acheteur B2B</a:t>
            </a:r>
            <a:br/>
            <a:r>
              <a:t>Prix, quantité, qualité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530352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🏠 Stockage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Producteur → Dépositaire</a:t>
            </a:r>
            <a:br/>
            <a:r>
              <a:t>Capacité, durée, conditions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572000"/>
            <a:ext cx="530352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🌍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Producteur → Exportateur</a:t>
            </a:r>
            <a:br/>
            <a:r>
              <a:t>Certifications, volumes, Incoterms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Pourquoi devenir partenaire 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Acheteurs / Distributeurs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Accès direct aux producteurs locaux</a:t>
            </a:r>
            <a:br/>
            <a:r>
              <a:t>Qualité traçable, prix transparents</a:t>
            </a:r>
            <a:br/>
            <a:r>
              <a:t>Appels d'offre automatiques sur vos besoins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Transporteurs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Flux régulier de missions</a:t>
            </a:r>
            <a:br/>
            <a:r>
              <a:t>Optimisation des trajets</a:t>
            </a:r>
            <a:br/>
            <a:r>
              <a:t>Confirmation rapide via WhatsApp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30352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Institutions / Collectivités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80559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Visibilité sur la production locale</a:t>
            </a:r>
            <a:br/>
            <a:r>
              <a:t>Données pour les politiques agricoles</a:t>
            </a:r>
            <a:br/>
            <a:r>
              <a:t>Relais territorial dans les 34 communes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30352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Calibri"/>
              </a:defRPr>
            </a:pPr>
            <a:r>
              <a:t>Coopératives / 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480559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  <a:latin typeface="Calibri"/>
              </a:defRPr>
            </a:pPr>
            <a:r>
              <a:t>Outil digital pour vos adhérents</a:t>
            </a:r>
            <a:br/>
            <a:r>
              <a:t>Coordination logistique partagée</a:t>
            </a:r>
            <a:br/>
            <a:r>
              <a:t>Reporting et suivi automatisés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Ce que nous cherchons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Nous connecter avec des producteurs, transporteurs, acheteurs et institutions dans toute la Caraïbe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Visibilité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Relayer KopéAgri auprès de votre réseau : associations, chambres d'agriculture, médias locaux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Partenariats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5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Co-construire des appels d'offre pilotes dans votre secteur géographique ou thématique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Testeurs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6071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Agriculteurs et opérateurs prêts à tester la plateforme et nous remonter les améliorations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Rejoignez le mouvement 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KopéAgri Caraïbes a besoin de vous pour construire</a:t>
            </a:r>
            <a:br/>
            <a:r>
              <a:t>le réseau agricole digital de demain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400800" cy="1097280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💬 Écrivez-nous sur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5D6A7"/>
                </a:solidFill>
                <a:latin typeface="Calibri"/>
              </a:defRPr>
            </a:pPr>
            <a:r>
              <a:t>wa.me/596696000000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303520"/>
            <a:ext cx="64008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🌐 cvlad97.github.io/kopeagri-caraibes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Calibri"/>
              </a:defRPr>
            </a:pPr>
            <a:r>
              <a:t>contact@delikreol.mq  •  Ensemble, faisons KopéAgri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